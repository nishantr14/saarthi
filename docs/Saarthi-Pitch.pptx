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4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6B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8DE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8DE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B8DE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Agentic Depth</c:v>
                  </c:pt>
                  <c:pt idx="1">
                    <c:v>Innovation</c:v>
                  </c:pt>
                  <c:pt idx="2">
                    <c:v>Problem &amp; Impact</c:v>
                  </c:pt>
                  <c:pt idx="3">
                    <c:v>Google Tech</c:v>
                  </c:pt>
                  <c:pt idx="4">
                    <c:v>Design</c:v>
                  </c:pt>
                  <c:pt idx="5">
                    <c:v>Technical</c:v>
                  </c:pt>
                  <c:pt idx="6">
                    <c:v>Completeness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4F4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B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1"/>
        <c:axPos val="b"/>
        <c:majorGridlines>
          <c:spPr>
            <a:ln w="6350" cap="flat">
              <a:solidFill>
                <a:srgbClr val="2C2B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A14"/>
        </a:solidFill>
        <a:ln>
          <a:noFill/>
        </a:ln>
        <a:effectLst/>
      </c:spPr>
    </c:plotArea>
    <c:plotVisOnly val="1"/>
    <c:dispBlanksAs val="span"/>
  </c:chart>
  <c:spPr>
    <a:solidFill>
      <a:srgbClr val="0B0A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400800" cy="6400800"/>
          </a:xfrm>
          <a:prstGeom prst="ellipse">
            <a:avLst/>
          </a:prstGeom>
          <a:solidFill>
            <a:srgbClr val="7C5CFF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1051560" cy="1051560"/>
          </a:xfrm>
          <a:prstGeom prst="ellipse">
            <a:avLst/>
          </a:prstGeom>
          <a:solidFill>
            <a:srgbClr val="7C5CFF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Saarthi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drives you to the finish line.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AI chief-of-staff for deadlines — it plans, books your time, drafts your work, and rescues you. Voice-first, India-first.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Ninjas × Google for Developers</a:t>
            </a:r>
            <a:pPr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Vibe2Ship   ·   Problem Statement 1: The Last-Minute Life Saver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misses deadlines they could have beaten.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professionals and founders miss assignments, bills, meetings and interviews every single week.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 rely on passive reminders — a ping you swipe away that does nothing to help you finish.</a:t>
            </a:r>
            <a:endParaRPr lang="en-US" sz="16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reminders tell you what's due. They never do the work or protect your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92024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electricity bill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2416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28803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DBMS assignment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0" y="3136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384048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4187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Q2 invoice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0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reminders, ignored.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TOOLS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is not a solution.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3796" y="201168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3836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apps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73836" y="2926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lists. You still do 100% of the thinking, prioritizing and 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836" y="201168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22876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22876" y="2926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Pings with no context and no action. Easy to ignore, easy to snooze forever.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1876" y="201168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71916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71916" y="2926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nights, missed deadlines, and the panic of starting at the last minute.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another notification. You need someone to handle it.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Vibe2Ship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SAARTHI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agent — not a to-do list.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plans your deadlines, </a:t>
            </a:r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real focus time</a:t>
            </a:r>
            <a:pPr indent="0" marL="0">
              <a:buNone/>
            </a:pPr>
            <a:r>
              <a:rPr lang="en-US" sz="20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actual work</a:t>
            </a:r>
            <a:pPr indent="0" marL="0">
              <a:buNone/>
            </a:pPr>
            <a:r>
              <a:rPr lang="en-US" sz="20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rescues you</a:t>
            </a:r>
            <a:pPr indent="0" marL="0">
              <a:buNone/>
            </a:pPr>
            <a:r>
              <a:rPr lang="en-US" sz="20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you're cutting it close — all by voice, in your language.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42900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023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&amp; prioritizes every deadline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66160" y="3108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86200" y="342900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4023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44348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calendar slots, drafts your emails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3108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12280" y="34290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4023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2280" y="44348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Triages &amp; preps when you're out of time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18320" y="3108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38360" y="34290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4023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38360" y="44348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&amp; replies in Hinglish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(सारथी): the charioteer who drives you to victory.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Vibe2Ship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continuous loop: Sense → Think → Act → Reflect.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578608"/>
            <a:ext cx="502920" cy="50292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7033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tasks from voice, text, Calendar &amp; Gmail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38728" y="2286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31336" y="2578608"/>
            <a:ext cx="502920" cy="502920"/>
          </a:xfrm>
          <a:prstGeom prst="ellipse">
            <a:avLst/>
          </a:prstGeom>
          <a:solidFill>
            <a:srgbClr val="9A6B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1336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31336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31336" y="37033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decomposes, estimates &amp; scores deadline-risk 0–100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9048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37376" y="2286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9984" y="2578608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9984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729984" y="37033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focus blocks, drafts emails, sends voice nudges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97696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336024" y="2286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28632" y="257860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2863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28632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628632" y="37033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behind? Re-plans on its own and escalates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this loop around the clock — even when the app is closed.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Vibe2Ship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Gemini function-calling agent swarm.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E1C2B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29968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9933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pPr indent="0" marL="0">
              <a:buNone/>
            </a:pPr>
            <a:r>
              <a:rPr lang="en-US" sz="15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Gemini decides which tools to call (real function-calling, not scripted).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331012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886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251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risk &amp; escalates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66160" y="30175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58768" y="331012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3886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58768" y="4251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Google Calendar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84848" y="33101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3886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84848" y="4251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Gmail drafts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18320" y="30175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10928" y="3310128"/>
            <a:ext cx="457200" cy="457200"/>
          </a:xfrm>
          <a:prstGeom prst="ellipse">
            <a:avLst/>
          </a:prstGeom>
          <a:solidFill>
            <a:srgbClr val="9A6B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0928" y="3886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10928" y="4251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Sarvam nudges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shown in a transparent reasoning trace — and a deterministic safety-net guarantees no at-risk task is ever missed.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Vibe2Ship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moments judges remember.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Mode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8072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when you're panicking → a narrated 2-hour survival plan, with the work already prepped.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22860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in Hinglish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8072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“kal raat 10 baje DBMS exam hai, bach lo” → understood, planned and answered by voice.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297680"/>
            <a:ext cx="411480" cy="411480"/>
          </a:xfrm>
          <a:prstGeom prst="ellipse">
            <a:avLst/>
          </a:prstGeom>
          <a:solidFill>
            <a:srgbClr val="9A6B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escalation engine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8188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task's risk score climbs; the agent decides on its own when to nudge vs. take over.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97764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429768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by 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8188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runs the swarm every 30 min + Telegram nudges — even with the app closed.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Vibe2Ship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— IT'S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Deployed, and taking real actions.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669280" cy="896112"/>
          </a:xfrm>
          <a:prstGeom prst="roundRect">
            <a:avLst>
              <a:gd name="adj" fmla="val 10204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6888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Google Cloud Run (public HTTPS)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669280" cy="896112"/>
          </a:xfrm>
          <a:prstGeom prst="roundRect">
            <a:avLst>
              <a:gd name="adj" fmla="val 10204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events created autonomously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5669280" cy="896112"/>
          </a:xfrm>
          <a:prstGeom prst="roundRect">
            <a:avLst>
              <a:gd name="adj" fmla="val 10204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drafts written — you just review &amp; send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1920240"/>
            <a:ext cx="4663440" cy="3154680"/>
          </a:xfrm>
          <a:prstGeom prst="roundRect">
            <a:avLst>
              <a:gd name="adj" fmla="val 2899"/>
            </a:avLst>
          </a:prstGeom>
          <a:solidFill>
            <a:srgbClr val="1E1C2B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demo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32320" y="269748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with zero API keys via graceful fallbacks — the live link never breaks.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planner when LLM is rate-limited.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voice when Sarvam is off.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link runs in safe mode — visitors can't write to your account.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Vibe2Ship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role-split across best-in-class services.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+ mouth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saaras STT · bulbul TTS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2783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66160" y="20574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2331720"/>
            <a:ext cx="411480" cy="411480"/>
          </a:xfrm>
          <a:prstGeom prst="ellipse">
            <a:avLst/>
          </a:prstGeom>
          <a:solidFill>
            <a:srgbClr val="9A6B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 swarm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5391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574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233172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+ Gmail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07999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418320" y="20574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92640" y="2331720"/>
            <a:ext cx="411480" cy="41148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+ Scheduler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+ heartbeat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· proactive runs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tech:  </a:t>
            </a:r>
            <a:pPr indent="0" marL="0">
              <a:buNone/>
            </a:pPr>
            <a:r>
              <a:rPr lang="en-US" sz="14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· Cloud Run · Cloud Scheduler · Calendar API · Gmail API · Cloud Build · Fonts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TypeScript · one container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Vibe2Ship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the scoreboard.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82880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938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Depth 20%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78040" y="2240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function-calling swarm + real actions + proactive loop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49440" y="2852928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78040" y="29626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20%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78040" y="3264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Mode · Hinglish voice · live risk escalation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49440" y="3877056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78040" y="39867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20%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178040" y="42885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universal pain with action, not reminders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49440" y="4901184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178040" y="50109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Tech 15%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178040" y="53126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Google services, deployed on Cloud Run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Vibe2Ship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Saarthi.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400800" cy="3291840"/>
          </a:xfrm>
          <a:prstGeom prst="roundRect">
            <a:avLst>
              <a:gd name="adj" fmla="val 2778"/>
            </a:avLst>
          </a:prstGeom>
          <a:solidFill>
            <a:srgbClr val="1E1C2B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saarthi-143887443744.asia-south1.run.app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github.com/nishantr14/Saarthi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 by Hinglish voice → Run agent → swarm trace → real calendar event appears → Rescue Mode.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19202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6151F"/>
          </a:solidFill>
          <a:ln w="12700">
            <a:solidFill>
              <a:srgbClr val="2C2B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06640" y="192024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40664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(paste a QR to the live link here)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Vibe2Ship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743200"/>
            <a:ext cx="6400800" cy="6400800"/>
          </a:xfrm>
          <a:prstGeom prst="ellipse">
            <a:avLst/>
          </a:prstGeom>
          <a:solidFill>
            <a:srgbClr val="7C5CFF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get reminded.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driven across the line.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· built with Gemini · Sarvam AI · Google Cloud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saarthi-143887443744.asia-south1.run.app   ·   github.com/nishantr14/Saarthi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Saarthi — Vibe2Ship Pitch</dc:title>
  <dc:subject>PptxGenJS Presentation</dc:subject>
  <dc:creator>Saarthi</dc:creator>
  <cp:lastModifiedBy>Saarthi</cp:lastModifiedBy>
  <cp:revision>1</cp:revision>
  <dcterms:created xsi:type="dcterms:W3CDTF">2026-06-29T06:55:42Z</dcterms:created>
  <dcterms:modified xsi:type="dcterms:W3CDTF">2026-06-29T06:55:42Z</dcterms:modified>
</cp:coreProperties>
</file>